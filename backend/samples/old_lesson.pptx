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Reading: Finding the Main Idea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Grade 3 English - Last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Main Idea?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main idea is what the text is mostly about</a:t>
            </a:r>
          </a:p>
          <a:p>
            <a:r>
              <a:t>It is the big picture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The Lost Dog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the short story</a:t>
            </a:r>
          </a:p>
          <a:p>
            <a:r>
              <a:t>What is it mostly about?</a:t>
            </a:r>
          </a:p>
          <a:p>
            <a:r>
              <a:t>A dog that misses his family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Details tell us more about the main idea</a:t>
            </a:r>
          </a:p>
          <a:p>
            <a:r>
              <a:t>They answer: who, what, where, when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Find the Main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the paragraph</a:t>
            </a:r>
          </a:p>
          <a:p>
            <a:r>
              <a:t>Circle the main idea</a:t>
            </a:r>
          </a:p>
          <a:p>
            <a:r>
              <a:t>Underline two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Topic: Phonics - Silent 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cake, bike, note, cute</a:t>
            </a:r>
          </a:p>
          <a:p>
            <a:r>
              <a:t>The silent E makes the vowel say its name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Worksheet page 12</a:t>
            </a:r>
          </a:p>
          <a:p>
            <a:r>
              <a:t>Read for 10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